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2" r:id="rId4"/>
    <p:sldId id="263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1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00000"/>
          </a:xfrm>
          <a:prstGeom prst="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🚀 Projeto Saidinha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rPr dirty="0"/>
              <a:t>█ Projeto Saidinha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Projeto Saidinha | Controle de Saídas de Alunos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EE00DC6-A237-E002-4C8D-4580EF694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628831"/>
            <a:ext cx="8262433" cy="37489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00000"/>
          </a:xfrm>
          <a:prstGeom prst="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🚀 Projeto Saidinha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Projeto Saidinha | Controle de Saídas de Alunos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72D5007-18EF-A362-6826-386E9A386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00000"/>
          </a:xfrm>
          <a:prstGeom prst="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🚀 Projeto Saidinha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█ Banco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Projeto Saidinha | Controle de Saídas de Alunos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7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D02805F-8004-B94B-684B-E5DDDA5FA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B97E3-8226-613C-E1CD-F095E77AC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B55479-70CA-A6AB-49E6-819D8A043F08}"/>
              </a:ext>
            </a:extLst>
          </p:cNvPr>
          <p:cNvSpPr/>
          <p:nvPr/>
        </p:nvSpPr>
        <p:spPr>
          <a:xfrm>
            <a:off x="0" y="0"/>
            <a:ext cx="9144000" cy="400000"/>
          </a:xfrm>
          <a:prstGeom prst="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AC72EE-C7B7-2916-B675-B8A7DE30998C}"/>
              </a:ext>
            </a:extLst>
          </p:cNvPr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🚀 Projeto Saidinha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13D063-BE06-8AFE-2CCE-ECC0429DB230}"/>
              </a:ext>
            </a:extLst>
          </p:cNvPr>
          <p:cNvSpPr txBox="1"/>
          <p:nvPr/>
        </p:nvSpPr>
        <p:spPr>
          <a:xfrm>
            <a:off x="27432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Projeto Saidinha | Controle de Saídas de Alunos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1A24C3-29C2-CAA9-0C36-85F1A7743BAC}"/>
              </a:ext>
            </a:extLst>
          </p:cNvPr>
          <p:cNvSpPr txBox="1"/>
          <p:nvPr/>
        </p:nvSpPr>
        <p:spPr>
          <a:xfrm>
            <a:off x="109728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7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C71B403-D6A8-0C87-763A-EA9AA8E8A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5240"/>
            <a:ext cx="9115500" cy="60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255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00000"/>
          </a:xfrm>
          <a:prstGeom prst="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🚀 Projeto Saidinha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4058C22C-DDCE-DAE9-5ED8-6CA15D76F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85" y="424588"/>
            <a:ext cx="6961711" cy="63621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59</Words>
  <Application>Microsoft Office PowerPoint</Application>
  <PresentationFormat>Apresentação na tela (4:3)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Alex Henrique Da Silva</dc:creator>
  <cp:keywords/>
  <dc:description>generated using python-pptx</dc:description>
  <cp:lastModifiedBy>Alex Henrique</cp:lastModifiedBy>
  <cp:revision>10</cp:revision>
  <dcterms:created xsi:type="dcterms:W3CDTF">2026-09-25T15:58:38Z</dcterms:created>
  <dcterms:modified xsi:type="dcterms:W3CDTF">2026-09-25T17:53:53Z</dcterms:modified>
  <cp:category/>
</cp:coreProperties>
</file>