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3" r:id="rId4"/>
    <p:sldId id="262" r:id="rId5"/>
    <p:sldId id="260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10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00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🚀 Projeto Saidinha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rPr dirty="0"/>
              <a:t>█ Projeto </a:t>
            </a:r>
            <a:r>
              <a:rPr dirty="0" err="1"/>
              <a:t>Saidinha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274320" y="6217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Projeto Saidinha | Controle de Saídas de Alunos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2179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0221BBC5-C811-2E6E-20AD-33B50FAC8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722435"/>
            <a:ext cx="7712785" cy="34131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00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🚀 Projeto Saidinha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█ Tecnologias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804" y="1717714"/>
            <a:ext cx="770839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 dirty="0"/>
              <a:t>HTML</a:t>
            </a:r>
            <a:r>
              <a:rPr lang="pt-BR" dirty="0"/>
              <a:t> - Linguagem que estrutura as páginas do sistema.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 dirty="0"/>
              <a:t>CSS</a:t>
            </a:r>
            <a:r>
              <a:rPr lang="pt-BR" dirty="0"/>
              <a:t> - Define o visual e o estilo das páginas.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b="1" dirty="0"/>
              <a:t>JavaScript</a:t>
            </a:r>
            <a:r>
              <a:rPr lang="pt-BR" dirty="0"/>
              <a:t> - Adiciona interatividade e comunicação com a API.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1" dirty="0"/>
              <a:t>Python</a:t>
            </a:r>
            <a:r>
              <a:rPr lang="pt-BR" dirty="0"/>
              <a:t> -  Linguagem de programação usada para desenvolver o sistema.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1" dirty="0"/>
              <a:t>FastAPI</a:t>
            </a:r>
            <a:r>
              <a:rPr lang="pt-BR" dirty="0"/>
              <a:t> - Framework Python usado para criar a API do </a:t>
            </a:r>
            <a:r>
              <a:rPr lang="pt-BR" dirty="0" err="1"/>
              <a:t>back</a:t>
            </a:r>
            <a:r>
              <a:rPr lang="pt-BR" dirty="0"/>
              <a:t>-end.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1" dirty="0"/>
              <a:t>SQLite</a:t>
            </a:r>
            <a:r>
              <a:rPr lang="pt-BR" dirty="0"/>
              <a:t> - Banco de dados leve usado para armazenar as informações.</a:t>
            </a:r>
          </a:p>
          <a:p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b="1" dirty="0"/>
              <a:t>Uvicorn</a:t>
            </a:r>
            <a:r>
              <a:rPr lang="pt-BR" dirty="0"/>
              <a:t> - Servidor que executa a aplicação FastAPI.</a:t>
            </a:r>
          </a:p>
          <a:p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274320" y="6217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Projeto Saidinha | Controle de Saídas de Alunos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2179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B97E3-8226-613C-E1CD-F095E77AC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B55479-70CA-A6AB-49E6-819D8A043F08}"/>
              </a:ext>
            </a:extLst>
          </p:cNvPr>
          <p:cNvSpPr/>
          <p:nvPr/>
        </p:nvSpPr>
        <p:spPr>
          <a:xfrm>
            <a:off x="0" y="0"/>
            <a:ext cx="9144000" cy="400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C72EE-C7B7-2916-B675-B8A7DE30998C}"/>
              </a:ext>
            </a:extLst>
          </p:cNvPr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🚀 Projeto Saidinha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3D063-BE06-8AFE-2CCE-ECC0429DB230}"/>
              </a:ext>
            </a:extLst>
          </p:cNvPr>
          <p:cNvSpPr txBox="1"/>
          <p:nvPr/>
        </p:nvSpPr>
        <p:spPr>
          <a:xfrm>
            <a:off x="274320" y="6217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Projeto Saidinha | Controle de Saídas de Alunos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1A24C3-29C2-CAA9-0C36-85F1A7743BAC}"/>
              </a:ext>
            </a:extLst>
          </p:cNvPr>
          <p:cNvSpPr txBox="1"/>
          <p:nvPr/>
        </p:nvSpPr>
        <p:spPr>
          <a:xfrm>
            <a:off x="10972800" y="62179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3C71B403-D6A8-0C87-763A-EA9AA8E8A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9144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4255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00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🚀 Projeto Saidinha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█ Banco de Dados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17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Projeto Saidinha | Controle de Saídas de Alunos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2179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D02805F-8004-B94B-684B-E5DDDA5FA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9144000" cy="609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00000"/>
          </a:xfrm>
          <a:prstGeom prst="rect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🚀 Projeto Saidinha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█ Diagrama da Arquitetura</a:t>
            </a:r>
          </a:p>
        </p:txBody>
      </p:sp>
      <p:sp>
        <p:nvSpPr>
          <p:cNvPr id="5" name="TextBox 4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751326" y="1709928"/>
            <a:ext cx="164134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🌐 Frontend</a:t>
            </a:r>
            <a:endParaRPr lang="pt-BR" dirty="0"/>
          </a:p>
          <a:p>
            <a:endParaRPr lang="pt-BR" dirty="0"/>
          </a:p>
          <a:p>
            <a:r>
              <a:rPr lang="pt-BR" dirty="0"/>
              <a:t> </a:t>
            </a:r>
            <a:endParaRPr dirty="0"/>
          </a:p>
          <a:p>
            <a:r>
              <a:rPr dirty="0"/>
              <a:t>🎛 Controller</a:t>
            </a:r>
            <a:endParaRPr lang="pt-BR" dirty="0"/>
          </a:p>
          <a:p>
            <a:endParaRPr lang="pt-BR" dirty="0"/>
          </a:p>
          <a:p>
            <a:endParaRPr dirty="0"/>
          </a:p>
          <a:p>
            <a:r>
              <a:rPr dirty="0"/>
              <a:t>⚙ Service</a:t>
            </a:r>
            <a:endParaRPr lang="pt-BR" dirty="0"/>
          </a:p>
          <a:p>
            <a:endParaRPr lang="pt-BR" dirty="0"/>
          </a:p>
          <a:p>
            <a:endParaRPr dirty="0"/>
          </a:p>
          <a:p>
            <a:r>
              <a:rPr dirty="0"/>
              <a:t>🗄 Repository</a:t>
            </a:r>
            <a:endParaRPr lang="pt-BR" dirty="0"/>
          </a:p>
          <a:p>
            <a:endParaRPr lang="pt-BR" dirty="0"/>
          </a:p>
          <a:p>
            <a:endParaRPr dirty="0"/>
          </a:p>
          <a:p>
            <a:r>
              <a:rPr dirty="0"/>
              <a:t>💾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2179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/>
            </a:pPr>
            <a:r>
              <a:t>Projeto Saidinha | Controle de Saídas de Alunos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2179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5</a:t>
            </a:r>
          </a:p>
        </p:txBody>
      </p:sp>
      <p:sp>
        <p:nvSpPr>
          <p:cNvPr id="9" name="Seta: para Baixo 8">
            <a:extLst>
              <a:ext uri="{FF2B5EF4-FFF2-40B4-BE49-F238E27FC236}">
                <a16:creationId xmlns:a16="http://schemas.microsoft.com/office/drawing/2014/main" id="{E296253F-A5A7-C73A-1C53-B83233B7AEE8}"/>
              </a:ext>
            </a:extLst>
          </p:cNvPr>
          <p:cNvSpPr/>
          <p:nvPr/>
        </p:nvSpPr>
        <p:spPr>
          <a:xfrm>
            <a:off x="4358640" y="2133123"/>
            <a:ext cx="246888" cy="37490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eta: para Baixo 10">
            <a:extLst>
              <a:ext uri="{FF2B5EF4-FFF2-40B4-BE49-F238E27FC236}">
                <a16:creationId xmlns:a16="http://schemas.microsoft.com/office/drawing/2014/main" id="{DDBA1A89-5770-FD48-EDE0-D575220B930C}"/>
              </a:ext>
            </a:extLst>
          </p:cNvPr>
          <p:cNvSpPr/>
          <p:nvPr/>
        </p:nvSpPr>
        <p:spPr>
          <a:xfrm>
            <a:off x="4354068" y="2963513"/>
            <a:ext cx="246888" cy="37490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Seta: para Baixo 12">
            <a:extLst>
              <a:ext uri="{FF2B5EF4-FFF2-40B4-BE49-F238E27FC236}">
                <a16:creationId xmlns:a16="http://schemas.microsoft.com/office/drawing/2014/main" id="{3A1F8BDA-AEC1-A308-224C-6B140382CAF9}"/>
              </a:ext>
            </a:extLst>
          </p:cNvPr>
          <p:cNvSpPr/>
          <p:nvPr/>
        </p:nvSpPr>
        <p:spPr>
          <a:xfrm>
            <a:off x="4354068" y="3768185"/>
            <a:ext cx="246888" cy="37490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Seta: para Baixo 14">
            <a:extLst>
              <a:ext uri="{FF2B5EF4-FFF2-40B4-BE49-F238E27FC236}">
                <a16:creationId xmlns:a16="http://schemas.microsoft.com/office/drawing/2014/main" id="{8A1EDEFE-0505-3D18-353C-90AD0401C034}"/>
              </a:ext>
            </a:extLst>
          </p:cNvPr>
          <p:cNvSpPr/>
          <p:nvPr/>
        </p:nvSpPr>
        <p:spPr>
          <a:xfrm>
            <a:off x="4354068" y="4572857"/>
            <a:ext cx="246888" cy="374904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159</Words>
  <Application>Microsoft Office PowerPoint</Application>
  <PresentationFormat>Apresentação na tela (4:3)</PresentationFormat>
  <Paragraphs>45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Alex Henrique Da Silva</dc:creator>
  <cp:keywords/>
  <dc:description>generated using python-pptx</dc:description>
  <cp:lastModifiedBy>Alex Henrique</cp:lastModifiedBy>
  <cp:revision>7</cp:revision>
  <dcterms:created xsi:type="dcterms:W3CDTF">2026-09-25T15:58:38Z</dcterms:created>
  <dcterms:modified xsi:type="dcterms:W3CDTF">2026-09-25T17:18:04Z</dcterms:modified>
  <cp:category/>
</cp:coreProperties>
</file>